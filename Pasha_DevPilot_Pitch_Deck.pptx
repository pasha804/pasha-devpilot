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474720" cy="4114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⚡ IBM BOB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PASHA DEVPILOT</a:t>
            </a:r>
          </a:p>
          <a:p>
            <a:pPr>
              <a:defRPr sz="2200">
                <a:solidFill>
                  <a:srgbClr val="38BDF8"/>
                </a:solidFill>
              </a:defRPr>
            </a:pPr>
            <a:r>
              <a:t>Autonomous AI Software Engineer with Strict Human-in-the-Loop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Moving AI beyond passive chat windows into end-to-end SDLC autonomy. DevPilot inspects repositories, plans architectural remedies, verifies code in sandboxed execution environments, and pushes validated pull requests.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33832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IBM Bob Powered</a:t>
            </a:r>
          </a:p>
          <a:p>
            <a:pPr algn="ctr">
              <a:defRPr sz="1200">
                <a:solidFill>
                  <a:srgbClr val="38BDF8"/>
                </a:solidFill>
              </a:defRPr>
            </a:pPr>
            <a:r>
              <a:t>Primary AI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846320"/>
            <a:ext cx="33832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7-State Engine</a:t>
            </a:r>
          </a:p>
          <a:p>
            <a:pPr algn="ctr">
              <a:defRPr sz="1200">
                <a:solidFill>
                  <a:srgbClr val="A855F7"/>
                </a:solidFill>
              </a:defRPr>
            </a:pPr>
            <a:r>
              <a:t>Fully Autonomous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846320"/>
            <a:ext cx="33832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100% Verified</a:t>
            </a:r>
          </a:p>
          <a:p>
            <a:pPr algn="ctr">
              <a:defRPr sz="1200">
                <a:solidFill>
                  <a:srgbClr val="4ADE80"/>
                </a:solidFill>
              </a:defRPr>
            </a:pPr>
            <a:r>
              <a:t>Self-Healing Test Sandbox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INDUSTRY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Core Problem: AI Chatbots Don't Build Software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1. The Copy-Paste Abyss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Developers spend 80% of their time copying snippets between chat windows, IDEs, and terminals, introducing copy-paste bugs.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2. No Verification / Broken Tests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Standard LLMs generate untested hallucinations that break production suites. They have no concept of whether tests actually pass.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6213E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3. The 'Black Box' Security Risk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Autonomous agents that touch files without approval or run destructive shell commands pose catastrophic security risks to enterprise codebases.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NEXT-GEN 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Pasha DevPilot SDLC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Autonomous Pipeline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7-state execution machine driving code from AST scan to Git PR.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IBM Bob Integration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Leveraging IBM Bob as primary code reasoning engine with system preambles.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Human Approval Gate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Explicit human sign-off required before a single line of code is touched.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Self-Healing Verification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Runs real test suites (pytest/jest) and autonomously fixes bugs up to 3x.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Isolated Sandbox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Restricted execution blocking destructive binaries and unauthorized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Monaco Diff Workspace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Interactive review workspace with color-coded unified visual diffs &amp; 1-click Push.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AGENT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7-State Autonomous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UNDERSTANDING   ―   Parses repository tree &amp; extracts AST symbols across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76272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INVESTIGATING   ―   Generates comprehensive 20-section architectural finding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9504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PLANNING   ―   Produces structured step-by-step implementation roadmap.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02736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APPROVAL GATE   ―   Halts execution. Human review &amp; explicit sign-off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15968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IMPLEMENTING   ―   Applies clean unified diffs inside isolated execution sandbox.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VERIFYING   ―   Runs real test runner; auto-diagnoses &amp; fixes failing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42431"/>
            <a:ext cx="10698480" cy="621792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REVIEWING   ―   Monaco diff editor, change justification, 1-Click Commit &amp;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AI MODEL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Deep IBM Bob Integration &amp; Clean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Native BobProvider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Specialized provider extending BaseAIProvider with custom DevPilot SDLC system prompts and structured code generation templates.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Dynamic ModelRouter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Automatically prioritizes IBM Bob (bob-code-plus) when BOB_API_KEY is present, with resilient multi-tier fallbacks.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CleanAPIs &amp; Fallback Mesh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Enterprise-grade resilience supporting high-concurrency verification pipelines without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Transparent UI Attribution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Model badges on dashboard, tasks, and settings explicitly reflect the active AI provider.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SAFE AUTONOMY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Security &amp; Execution Sandbox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Human Approval Gate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The agent cannot write code or execute shell tasks until a human explicitly reviews and approves the plan.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Command Allowlisting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Dangerous commands (rm, del, shutdown, curl|bash, force push) are strictly blocked. Only approved test runners 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Directory Traversal Guards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Execution is strictly locked to task workspaces. Any ../ attempts outside sandbox boundaries trigger immediate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Zero-Leakage Token Masking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GitHub PATs, API keys, and sensitive tokens (ghp_*, sk-*) are cryptographically redacted before reaching logs or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REAL CODE, REAL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Real World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Real AST Defect Scan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Scanned real Python repository (laughing-octo-eureka). Detected 9 genuine bugs: inverted token expiration, discount calculation errors, and 7 pytest failures.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1-Click Bulk Remediation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⚡ Resolve All triggered autonomous task creation, plan formulation, and isolated unified diff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4ADE80"/>
                </a:solidFill>
              </a:defRPr>
            </a:pPr>
            <a:r>
              <a:t>Self-Healing Test Suite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Agent ran pytest in sandbox, observed 7 failing assertions, self-corrected implementations, and brought test suite to 100%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1-Click GitHub Integration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Committed verified code directly to remote Git branch 'devpilot/task-0378c47f' and generated instant Pull Request URL.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Pasha DevPilot: The Future of Autonomous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213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Built for Developers, Governed by Humans, Powered by IBM Bob.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Primary AI Engine: IBM Bob (bob-code-plus) via native BobProvider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Repository Link: https://github.com/pasha804/pasha-devpilot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Demo Target Repo: https://github.com/pasha804/laughing-octo-eureka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Active Remediated Branch: devpilot/task-0378c47f (All 11 tests passing)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Architecture: Next.js 15 App Router + FastAPI Async + Monaco Editor + Sandboxed Execution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Status: 100% Production Ready &amp; Deployed for IBM Bob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