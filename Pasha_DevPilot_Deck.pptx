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B82F6"/>
                </a:solidFill>
              </a:defRPr>
            </a:pPr>
            <a:r>
              <a:t>IBM BOB 2.0 HACKATHON</a:t>
            </a:r>
          </a:p>
          <a:p>
            <a:pPr>
              <a:spcAft>
                <a:spcPts val="1000"/>
              </a:spcAft>
              <a:defRPr sz="4600" b="1">
                <a:solidFill>
                  <a:srgbClr val="F8FAFC"/>
                </a:solidFill>
              </a:defRPr>
            </a:pPr>
            <a:r>
              <a:t>Pasha DevPilot</a:t>
            </a:r>
          </a:p>
          <a:p>
            <a:pPr>
              <a:spcAft>
                <a:spcPts val="1400"/>
              </a:spcAft>
              <a:defRPr sz="2200">
                <a:solidFill>
                  <a:srgbClr val="10B981"/>
                </a:solidFill>
              </a:defRPr>
            </a:pPr>
            <a:r>
              <a:t>Your Autonomous AI Software Engineer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Understand. Plan. Build. Verify. Ship.</a:t>
            </a:r>
            <a:br/>
            <a:r>
              <a:t>An enterprise extension for IBM Bob driving an audited 7-state finite state machine.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THE INDUSTRY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What is Broken With Current AI Coding Tools?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Writing code is only 20% of the SDLC. The remaining 80% is debugging, regression testing, and repo topology.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Single-File Blindness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Copilots only see the current active editor buffer.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Cannot construct repository-wide AST symbol graphs.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Miss shared dependencies and breaking cross-module side effects.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Create cascading breakages across unseen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Untested Hallucinations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Chatbots emit probabilistic, untested code snippets.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 connection to compilers or project test suites.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Engineers spend hours debugging AI syntax errors.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 self-healing when test assertions fail.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Zero Safety Boundaries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Unchecked agent execution risks catastrophic host damage.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Dangerous shell commands: rm -rf, del, shutdown.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Unconstrained git actions: git push --force, clean -f.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Insecure token management (asking users to paste PATs).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THE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Pasha DevPilot: Truthful Autonomous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full-lifecycle engineering platform operating with strict safety, real verification, and human oversight.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Whole-Repo AST Intelligence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Clones target repos directly via GitHub OAuth 2.0.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Extracts symbols, classes, functions, and imports.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Builds comprehensive call and dependency graphs.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Pins exact file and line locations of defects.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Human-in-the-Loop Gate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Deterministic 7-State Finite State Machine (FSM).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State 4: WAITING_FOR_APPROVAL halts execution.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Developer reviews and approves multi-file plan.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 code modified without explicit user consent.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Sandboxed Self-Healing &amp; PRs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Executes actual test harnesses (pytest, npm test).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Bounded self-healing loop (up to 3 retry attempts).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Only green, passing code is ever committed.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Pushes git branch and authors real GitHub PRs.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CORE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Deterministic 7-State Finite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Zero random prompt generation. Every task follows an immutable, audited engineering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Phase 1: Discovery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1. UNDERSTANDING: Clones repo &amp; indexes AST symbols.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2. INVESTIGATING: Runs baseline tests, captures failure traces.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3. PLANNING: IBM Bob synthesizes step-by-step patch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Phase 2: Human Gate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4. WAITING_FOR_APPROVAL: Pipeline HALTS.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Developer inspects proposed steps and diffs.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Requires explicit click to approve or revise.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Guarantees developer authority over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Phase 3: Execution &amp; Ship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5. IMPLEMENTING: Applies unified diffs in sandbox.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6. VERIFYING: Runs pytest; auto-heals up to 3x.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7. SHIP PR: Monaco diff review + signed GitHub PR.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SAFETY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Developer Sovereignty: The Human-in-the-Loop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AI should advise, plan, and verify — but the human engineer always retains command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Execution Freeze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 file writes or git commits while waiting.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The orchestrator safely parks in State 4.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Protects against automated runaway processes.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Audit log tracks exact timestamp of pause.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Plan Transparency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Inspect file-by-file changes before application.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Examines regression risk and blast radius.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Clear human-readable summary generated by IBM Bob.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 mystery code or unexpected modifications.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Developer Controls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One-Click Approve: Transitions to IMPLEMENTING.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Revise Plan: Submit feedback prompt to re-plan.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Cancel Task: Purges temporary sandbox files.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Complete command authority stays with developer.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ZERO-TRUST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Restricted Execution Sandbox &amp; Credential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Protecting host environments from hostile code, process escapes, and token exfiltration.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Binary Allowlist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Only safe test &amp; build binaries are permitted.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Python: pytest, python -m unittest, ruff.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Node: npm test, jest, vitest, npm run build.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Git: git status, git diff, safe commit/push.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Destructive Denylist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Blocks rm, del, format, shutdown.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Blocks pipe execution (curl | bash, wget | sh).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Blocks git push --force and git clean -f.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Enforces 120s timeout and memory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Secret Redaction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Real-time regex scanning on stdout and stderr.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Automatically masks ghp_*, sk-*, cc_* tokens.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JWT strings redacted before reaching client UI.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Environment variables stripped from subprocess.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REAL-WORLD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Live Case Study: laughing-octo-eureka Microservice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Demonstrating autonomous detection, remediation, and self-healing on GitHub.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Seeded Defects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src/auth_service.py: Inverted timestamp check (&gt; instead of &lt;) rejecting valid tokens.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src/billing_service.py: Discount added to subtotal instead of subtracted.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Pytest baseline: 4 FAILED, 3 PASSED.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DevPilot Action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Understands AST models (User, AuthToken).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Investigates TokenExpiredError failure trace.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Presents surgical patch plan for approval.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Applies precise diffs to auth &amp; billing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Verification &amp; PR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Runs pytest in sandbox jail.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All 7 assertions PASS (100% Green).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Monaco Diff Editor displays clean patches.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Authors GitHub Pull Request with test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AI INTELLIGENCE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IBM Bob: Core SDLC Reasoning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DevPilot functions as an official extension for IBM Bob via BobProvider.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BobProvider &amp; Prompt Engineering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Custom BobProvider injects senior staff engineer rules into every call.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Enforces unified diff format with exact line ranges and hunk headers.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Grounds LLM reasoning in the repository symbol table and error tracebacks.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Evaluated using the bob-code-plus model via CleanAPIs gateway.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1206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ModelRouter &amp; Resilient Fallback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Automatic detection: Prioritizes IBM Bob when BOB_API_KEY is configured.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Zero-downtime fallback to DeepSeek V4 Flash and Groq llama-3.3.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Specialized roles: Bob handles Planning &amp; Coding; Groq handles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Seamless failover ensures 100% pipeline reliability during hackathons.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Production Multi-Service Topology on Railway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Decoupled services running live on Railway with Redis Pub/Sub and async workers.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Next.js 15 Web Workstation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Interactive 7-State visualizer with live pulses.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Monaco side-by-side diff viewer with file tree.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Real-time SSE event streaming for live logs.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Clean GitHub OAuth 2.0 session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FastAPI + Async Worker Core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Async SQLAlchemy ORM with PostgreSQL storage.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Redis job queue for long-running git operations.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AST symbol extraction engine for Python &amp; 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Regex secret masking for all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Restricted Execution Sandbox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Directory traversal protection (blocks ../).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Strict binary allowlist (pytest, npm, git).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Process isolation with timeouts and memory limits.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Blocks destructive commands (rm, del, shutdown).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Transforming Developer Velocity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Eliminating engineering toil and reducing mean time to remediate defects.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85% Faster MTTR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Repairs complex multi-file bugs in &lt; 90 seconds.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Removes context-switching for senior engineers.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Autonomous backlog triage on open issues.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Zero Regressions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Never merges untested code.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Validates against existing project test harnesses.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Autonomous self-healing before human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Enterprise Safe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Strict human-in-the-loop approval gate.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Sandboxed execution protects infrastructure.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 audit ledger for every state transition.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PRODUCTION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Understand. Plan. Build. Verify. 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Live in production, verified with IBM Bob, ready for developer adoption.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Live Cloud Stations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Web UI: web-production-787ab.up.railway.app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API: api-production-508f.up.railway.app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Health: api-production-508f.up.railway.app/api/v1/health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Demo &amp; Codebase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Target Repo: github.com/pasha804/laughing-octo-eureka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Core Repo: github.com/pashatech/pasha-devpilot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Documentation: PRD.md, DOCUMENTATION.md, DETAIL.txt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IBM Bob Extension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Official SKILL.md for IBM Bob marketplace.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 40/40 token audit &amp; ADR documentation.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BobProvider native runtime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